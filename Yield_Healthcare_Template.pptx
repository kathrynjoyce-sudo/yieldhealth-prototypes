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3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22</c:v>
                </c:pt>
                <c:pt idx="2">
                  <c:v>34</c:v>
                </c:pt>
                <c:pt idx="3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F3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4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4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dark green field with a lighter green sidebar. Wordmark top-left, title mid-page, gold-free (gold is reserved as an accent elsewhere). Replace all placeholder text; delete the 'how to use this template' panel on the right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numbered circle + title + one-line description, repeated per section. Add or remove rows as needed; keep the 1.05in row spacing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full dark-green field, large gold section number, section title below. Duplicate once per section and update the number/title. Keep body slides that follow on the light background for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CONTENT — bulleted list on the left, a stat callout card on the right. Swap the callout card for an image or icon row if there's no single number to feature; keep the card's sage-tint background so it reads as a supporting element, not competing with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CALLOUTS — three equal-width cards, thin top accent (middle card gold, outer two sage, matching the brand guide's 'one sharp accent' rule). Use for headline metrics; swap to two or four cards by adjusting cardW and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— native PowerPoint bar chart with placeholder series; double-click in PowerPoint to edit the underlying data table directly rather than regenerating. Palette uses brand green only, per the brand guide's rule that gold stays reserved for a single sharp accent, not a data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/ CALLOUT — sage-tint full background, gold rule as the visual anchor (this is the one place a vertical accent line is intentional, since it stands in for a quotation mark rather than decorating a title). Use for a customer quote, a key takeaway, or a single bold claim you want isolated on its own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centered wordmark on dark green, mirrors the title slide for a bookend feel. Replace the contact line; delete it entirely for an internal-only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63A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73405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30" b="1" spc="5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2530" dirty="0"/>
          </a:p>
        </p:txBody>
      </p:sp>
      <p:sp>
        <p:nvSpPr>
          <p:cNvPr id="4" name="Shape 2"/>
          <p:cNvSpPr/>
          <p:nvPr/>
        </p:nvSpPr>
        <p:spPr>
          <a:xfrm>
            <a:off x="658368" y="923544"/>
            <a:ext cx="1629918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5606"/>
            <a:ext cx="2734056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93" spc="2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093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 Goes Here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one-line framing for the 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  ·  Title  ·  Month Year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822960"/>
            <a:ext cx="35661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template: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the slide layout closest to what you need from the eight that follow — title, agenda, section divider, two-column content, stat callouts, chart, quote, and closing. Replace the placeholder text; the type sizes, spacing, and palette are already set to Yield Healthcare's brand guide, so leave those alone.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66928" cy="566928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865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description of what this section covers.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035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467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description of what this section covers.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95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068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description of what this section covers.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566928" cy="566928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956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Four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2669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description of what this section covers.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— Template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02082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70" b="1" spc="5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870" dirty="0"/>
          </a:p>
        </p:txBody>
      </p:sp>
      <p:sp>
        <p:nvSpPr>
          <p:cNvPr id="3" name="Shape 1"/>
          <p:cNvSpPr/>
          <p:nvPr/>
        </p:nvSpPr>
        <p:spPr>
          <a:xfrm>
            <a:off x="658368" y="768096"/>
            <a:ext cx="1204722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99186"/>
            <a:ext cx="2020824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7" spc="2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807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one-line framing for what this section will cover.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— Template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 — one or two lines of detail.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 — one or two lines of detail.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 — one or two lines of detail.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supporting point, if needed.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1828800"/>
            <a:ext cx="4434840" cy="4206240"/>
          </a:xfrm>
          <a:prstGeom prst="roundRect">
            <a:avLst>
              <a:gd name="adj" fmla="val 2174"/>
            </a:avLst>
          </a:prstGeom>
          <a:solidFill>
            <a:srgbClr val="EEF3EC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2103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Callout Label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2423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543800" y="34290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description of what this stat represents and why it matters.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— Two Column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— Template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520440" cy="54864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label describing this number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011680"/>
            <a:ext cx="3520440" cy="54864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5146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label describing this number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11680"/>
            <a:ext cx="3520440" cy="54864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5146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50392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label describing this number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— Template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Slide Title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— Template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1005840" y="2286000"/>
            <a:ext cx="54864" cy="2103120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48840"/>
            <a:ext cx="9326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“Pull quote or key takeaway goes here — one or two sentences, set large enough to read as the point of the slide.”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— Title, Organization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/ Callout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— Template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7760" y="2468880"/>
            <a:ext cx="30906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60" b="1" spc="5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2860" dirty="0"/>
          </a:p>
        </p:txBody>
      </p:sp>
      <p:sp>
        <p:nvSpPr>
          <p:cNvPr id="3" name="Shape 1"/>
          <p:cNvSpPr/>
          <p:nvPr/>
        </p:nvSpPr>
        <p:spPr>
          <a:xfrm>
            <a:off x="4956048" y="2944368"/>
            <a:ext cx="1842516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991917"/>
            <a:ext cx="3090672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5" spc="2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35" dirty="0"/>
          </a:p>
        </p:txBody>
      </p:sp>
      <p:sp>
        <p:nvSpPr>
          <p:cNvPr id="5" name="Text 3"/>
          <p:cNvSpPr/>
          <p:nvPr/>
        </p:nvSpPr>
        <p:spPr>
          <a:xfrm>
            <a:off x="4023360" y="3383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6035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·  Title  ·  email@yieldhealthcare.com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— Template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Yield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 Healthcare — Presentation Template</dc:title>
  <dc:subject>PptxGenJS Presentation</dc:subject>
  <dc:creator>Yield Healthcare</dc:creator>
  <cp:lastModifiedBy>Yield Healthcare</cp:lastModifiedBy>
  <cp:revision>1</cp:revision>
  <dcterms:created xsi:type="dcterms:W3CDTF">2026-08-06T22:17:17Z</dcterms:created>
  <dcterms:modified xsi:type="dcterms:W3CDTF">2026-08-06T22:17:17Z</dcterms:modified>
</cp:coreProperties>
</file>