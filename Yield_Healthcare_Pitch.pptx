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— company overview deck for a healthcare executive audience. Presenter: introduce yourself and one sentence on why Yield Healthcare exists before moving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WE ARE — the positioning statement. Say it, then pause before moving to the problem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— one number per line of business: TEAM, then PMPM, then Coding &amp; Billing, in the same order they appear later in the deck. Let each land before moving on; don't read them faster than the audience can absorb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transition into the three lines of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SLIDE — our first line of business, and where our operating credibility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PMPM SLIDE — the natural extension of TEAM into ongoing population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CODING &amp; BILLING SLIDE — our newest line. Emphasize that this came from inbound customer demand, not a guess. If asked about the AI, the one-line answer is: it flags, a certified coder decides — never fully automated.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YIELD — the differentiation slide. Keep this conversational; it should feel like you're answering the question the exec is already thinking, not reciting marketing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transition into leadership 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GRID — placeholder bio cards for Corey Smith, Katy Cook, Sherrie McCarthur-Kemp, and Trigg McLelland. Replace the [Add Title] and bullet placeholders with real titles and background before presenting; swap the initials circle for a headshot if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leave this on screen through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63A2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2734056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3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2530" dirty="0"/>
          </a:p>
        </p:txBody>
      </p:sp>
      <p:sp>
        <p:nvSpPr>
          <p:cNvPr id="4" name="Shape 2"/>
          <p:cNvSpPr/>
          <p:nvPr/>
        </p:nvSpPr>
        <p:spPr>
          <a:xfrm>
            <a:off x="658368" y="969264"/>
            <a:ext cx="1629918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11326"/>
            <a:ext cx="2734056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93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093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team behind your CMS risk.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 by episode. Patient by patient. Claim by claim.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6035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Corey Smith   ·   Katy Cook   ·   Sherrie McCarthur-Kemp   ·   Trigg McLelland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4864" cy="1371600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2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and ACOs are taking on more financial risk every year. Most don't have the people or the data to manage it. We do.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 puts nurse care managers, patient navigators, and certified coders inside CMS's highest-stakes risk programs: the mandatory bundled payment model for surgical episodes, ACO shared savings arrangements, and the coding and billing work underneath both.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35204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analytics are built for these programs specifically. They were not adapted from something else, and neither was our team.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problem behind each of our three lines of business.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3520440" cy="54864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04672" y="3474720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hospitals are on pace to owe Medicare money, not collect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286000"/>
            <a:ext cx="3520440" cy="54864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45152" y="3474720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commercial value-based lives carry downside risk with no team managing the population underneath 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2860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286000"/>
            <a:ext cx="3520440" cy="54864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6060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85632" y="3474720"/>
            <a:ext cx="300837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 lives whose shared savings depend on coding most practices can't do alone.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0208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870" dirty="0"/>
          </a:p>
        </p:txBody>
      </p:sp>
      <p:sp>
        <p:nvSpPr>
          <p:cNvPr id="3" name="Shape 1"/>
          <p:cNvSpPr/>
          <p:nvPr/>
        </p:nvSpPr>
        <p:spPr>
          <a:xfrm>
            <a:off x="658368" y="768096"/>
            <a:ext cx="1204722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99186"/>
            <a:ext cx="202082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7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807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lines of business. One team built for the way CMS actually pays.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— Bundled Episode Management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CMS's mandatory bundled payment program for five surgical episode types. Live since January 2026. No opt-out.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manage the 30-day episode end to end: discharge planning, post-acute placement, and follow-up, so the outcome isn't left to chance.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in: a fixed-fee diagnostic, a managed platform priced against savings, or a fully embedded on-site care team.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187452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874520"/>
            <a:ext cx="4434840" cy="54864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79792" y="3063240"/>
            <a:ext cx="39227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required into TEAM through 2030. No opt-out, no pilot.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— TEAM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PMPM — Population Care Management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directly to ACOs and risk-bearing provider groups, priced per member per month across their full population.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around three segments where proactive management moves total cost of care the most: post-acute transitions, peri-operative optimization, and complex chronic care.</a:t>
            </a:r>
            <a:endParaRPr lang="en-US" sz="145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5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navigator model as TEAM, extended past a single episode into ongoing population management.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187452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874520"/>
            <a:ext cx="4434840" cy="54864"/>
          </a:xfrm>
          <a:prstGeom prst="rect">
            <a:avLst/>
          </a:prstGeom>
          <a:solidFill>
            <a:srgbClr val="8FA687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79792" y="3063240"/>
            <a:ext cx="39227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attributed lives across the two-sided-risk organizations we're built to serve.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— PMPM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Billing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6309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newest line, and the only one that started because customers asked for it directly.</a:t>
            </a:r>
            <a:endParaRPr lang="en-US" sz="14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clinical documentation and flags coding gaps in real time. A certified coder reviews every flag before anything is finalized. Available as a full ACO contract or opt-in practice by practice.</a:t>
            </a:r>
            <a:endParaRPr lang="en-US" sz="1400" dirty="0"/>
          </a:p>
          <a:p>
            <a:pPr marL="228600" indent="-228600">
              <a:lnSpc>
                <a:spcPct val="130000"/>
              </a:lnSpc>
              <a:spcAft>
                <a:spcPts val="1800"/>
              </a:spcAft>
              <a:buSzPct val="100000"/>
              <a:buChar char="▪"/>
            </a:pPr>
            <a:r>
              <a:rPr lang="en-US" sz="1400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works the same way for practices that opt in: AI-driven claims scrubbing before submission. Payments stay out of scope, intentionally.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1874520"/>
            <a:ext cx="4434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874520"/>
            <a:ext cx="4434840" cy="54864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19456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79792" y="3063240"/>
            <a:ext cx="392277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ACOs in market today. The same population already buying PMPM from us.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 — Coding &amp; Billing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7830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66928" y="685800"/>
            <a:ext cx="1062990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1783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13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Yield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operate, not just observe.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865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of business puts our own people into the workflow: care managers, navigators, coders. Not just a login.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done this inside the program itself.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66674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has operating experience inside CMS risk models, not consulting frameworks built from the outside looking in.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566928" cy="566928"/>
          </a:xfrm>
          <a:prstGeom prst="ellipse">
            <a:avLst/>
          </a:prstGeom>
          <a:solidFill>
            <a:srgbClr val="EEF3EC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617720"/>
            <a:ext cx="9875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narrow and prove it.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9469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did this with a handful of hospitals before it became our foundation. PMPM did it with design-partner ACOs. Coding &amp; Billing is doing it now, because customers already on PMPM asked for it directly.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Yield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02082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7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870" dirty="0"/>
          </a:p>
        </p:txBody>
      </p:sp>
      <p:sp>
        <p:nvSpPr>
          <p:cNvPr id="3" name="Shape 1"/>
          <p:cNvSpPr/>
          <p:nvPr/>
        </p:nvSpPr>
        <p:spPr>
          <a:xfrm>
            <a:off x="658368" y="768096"/>
            <a:ext cx="1204722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99186"/>
            <a:ext cx="2020824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7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807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4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 running point on all three lines.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664208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40" b="1" spc="5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1540" dirty="0"/>
          </a:p>
        </p:txBody>
      </p:sp>
      <p:sp>
        <p:nvSpPr>
          <p:cNvPr id="3" name="Shape 1"/>
          <p:cNvSpPr/>
          <p:nvPr/>
        </p:nvSpPr>
        <p:spPr>
          <a:xfrm>
            <a:off x="566928" y="640080"/>
            <a:ext cx="992124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65683"/>
            <a:ext cx="1664208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5" spc="220" kern="0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665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65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920240" y="19842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Corey Smith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2313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Title]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624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background / credential bullet]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focus area or prior role]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965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35240" y="19842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Katy Cook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2313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Title]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35240" y="2624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background / credential bullet]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focus area or prior role]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920240" y="42702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Sherrie McCarthur-Kemp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4599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Title]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92024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background / credential bullet]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focus area or prior role]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EF3EC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960" y="4251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0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251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635240" y="42702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3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 McLelland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35240" y="45994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Title]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63524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background / credential bullet]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focus area or prior role]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760" y="2331720"/>
            <a:ext cx="3090672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60" b="1" spc="5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2860" dirty="0"/>
          </a:p>
        </p:txBody>
      </p:sp>
      <p:sp>
        <p:nvSpPr>
          <p:cNvPr id="3" name="Shape 1"/>
          <p:cNvSpPr/>
          <p:nvPr/>
        </p:nvSpPr>
        <p:spPr>
          <a:xfrm>
            <a:off x="4956048" y="2807208"/>
            <a:ext cx="1842516" cy="25603"/>
          </a:xfrm>
          <a:prstGeom prst="rect">
            <a:avLst/>
          </a:prstGeom>
          <a:solidFill>
            <a:srgbClr val="D4A84C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2854757"/>
            <a:ext cx="3090672" cy="30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35" spc="22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35" dirty="0"/>
          </a:p>
        </p:txBody>
      </p:sp>
      <p:sp>
        <p:nvSpPr>
          <p:cNvPr id="5" name="Text 3"/>
          <p:cNvSpPr/>
          <p:nvPr/>
        </p:nvSpPr>
        <p:spPr>
          <a:xfrm>
            <a:off x="402336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08960" y="5943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hello@yieldhealthcare.com   ·   yieldhealthcare.com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7689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Healthcare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Yield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Healthcare — Company Overview</dc:title>
  <dc:subject>PptxGenJS Presentation</dc:subject>
  <dc:creator>Yield Healthcare</dc:creator>
  <cp:lastModifiedBy>Yield Healthcare</cp:lastModifiedBy>
  <cp:revision>1</cp:revision>
  <dcterms:created xsi:type="dcterms:W3CDTF">2026-08-07T17:15:45Z</dcterms:created>
  <dcterms:modified xsi:type="dcterms:W3CDTF">2026-08-07T17:15:45Z</dcterms:modified>
</cp:coreProperties>
</file>